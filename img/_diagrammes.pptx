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234FD-86C0-4521-B3EB-4DC78D036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14263B-0BC6-4545-AB0C-EB5684494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05853-E096-4C0A-A4FD-6565F0CE3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DE153-66D2-4D1C-9D28-3F3923E16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EC2E6-E91E-4483-9121-108D2A1DF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0813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0CC59-BB9F-4E1A-AFED-F3B583972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9AD0A-E249-4614-95C3-345CF39C1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52050-EDA1-4C54-9883-D232A2E2B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0CD5A-8E1F-4EC9-927E-0C55C8F49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E3075-7914-48E0-A31F-9F2A3048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3374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8D366-6683-4AA3-8143-D77A7358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859BA-0C51-4191-BF90-1BAED6093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4B2C2-6648-44AA-B3EF-5631AE30F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635E2-14C6-4452-B740-135A50E12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F3B08-B462-411E-A6CF-95055D5A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32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9429D-48AD-4F8E-9662-BD5077131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A1A55-DBC9-4BDC-9828-6FC9A8AA67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192A57-522B-4C6B-A025-ABFDDF88C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CC1EF2-E181-4BA6-8126-ECA91C3BA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CE05B-F6D2-4F9B-9DA8-157DF7706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BCAEDC-AC04-413F-9CBF-21C8E658C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408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72489-B9A5-44D5-83DD-CD934A04F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C2109-C6C9-426F-B8A3-9B6C61EA35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7DB2D3-2F5D-411F-83D5-365B6731D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9EB434-06C6-4971-9AAB-B0538A2C27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F691F7-54A6-4B34-840D-B7BE7D0263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EA227A-7E8B-4424-AD74-FEA108CD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EE5CE8-FAB1-4818-95DA-29AC9B793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C1702-4E0C-49E7-ADE4-3C2FE5BBD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4287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B9CC-2E00-49F4-98D7-2916CFAFF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F6517-CEDD-47C1-9222-A40E9E8EE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1EE9EB-3F3B-471A-BBA4-FEEFE2396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C06AB-B2D3-42BA-BA55-4CF3CCEC3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70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9C5EB6-A4D8-4191-B454-760DF3889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30A32E-EBCD-47FA-89BD-C891F9B60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D6DCD-F579-4918-B3A4-419224088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367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7C417-29AC-44BA-9D7C-6577988B3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2B0FE-99C3-413E-B8B4-0072495A3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CFF3BA-3D55-45A5-8D0B-146A5B2EA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F2E8D-4705-4DFC-B7F8-017108E4C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1E7A53-82E1-44B9-B9B8-12C54A9CD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28C15D-8B9C-4F96-A175-4F3C464C6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2037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2E614-C67A-4B27-93C4-DD3F5E4AD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009915-171F-47F4-BF23-F78F42569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B09E8C-6B90-4079-9F6B-99EB5B9B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2E1A79-5D8D-4FD1-BF24-3B8C870DC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6F984F-1AF6-4314-9556-663333B1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D27F1-70E6-4659-AC49-2A2F15B77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249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27FCD-73AB-4187-8381-B216E0D1F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5C657-EBFE-40C2-AD6B-026210A20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DAC7E-5D5E-43EB-B334-F4EC95F30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889BC-CAAE-4D66-A9EF-23F0F9DE0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8D507-ED21-40DA-870F-B807B6B1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6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4E544-AB8A-4F41-9EAC-186B54EAFD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61E89-B5E2-40BF-A917-4440E2378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03E6C-C207-48C6-A46B-0BBF9410D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8DBC5-3158-4B9F-B22C-5B7D647C1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534EA-3BD6-48D2-8C9C-CC7B7DC1D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769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D3C996-4CD6-4523-8CC9-A77E1BCCE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AF1903-638F-4D85-B88F-E16E78BCD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2A8FD-2DF5-45F4-84A9-CD268C4B19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855FD-75F4-4EF8-A156-DF28C568807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68B57-A8CC-48C3-A788-53846581AF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C9CA-63FF-48D7-A925-9A84131D2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8D20FF-7F50-4141-8CED-E608CE5F212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40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D45A7F54-9745-4992-81A8-2B9984A80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1091817"/>
            <a:ext cx="798700" cy="6518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54253FB-F21A-4289-B1C1-9BD07378E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3749850"/>
            <a:ext cx="798700" cy="6518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E2B5B90-76A4-49A8-8B8A-565FB77AA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2444186"/>
            <a:ext cx="798700" cy="651813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0405D6-A4BA-4098-BD5E-1F5651DDC386}"/>
              </a:ext>
            </a:extLst>
          </p:cNvPr>
          <p:cNvSpPr/>
          <p:nvPr/>
        </p:nvSpPr>
        <p:spPr>
          <a:xfrm>
            <a:off x="1828799" y="1649506"/>
            <a:ext cx="1658471" cy="8785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A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AA2B8A-7D3E-4FE8-A3FE-80347772EC07}"/>
              </a:ext>
            </a:extLst>
          </p:cNvPr>
          <p:cNvSpPr/>
          <p:nvPr/>
        </p:nvSpPr>
        <p:spPr>
          <a:xfrm>
            <a:off x="1828799" y="2989729"/>
            <a:ext cx="1658471" cy="87854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B</a:t>
            </a:r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1A0298A9-7CEB-425D-AA7E-A9742C44C16C}"/>
              </a:ext>
            </a:extLst>
          </p:cNvPr>
          <p:cNvSpPr/>
          <p:nvPr/>
        </p:nvSpPr>
        <p:spPr>
          <a:xfrm>
            <a:off x="4043079" y="1649505"/>
            <a:ext cx="1147486" cy="87854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A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0A0B7B51-A18A-4A79-A339-A104F91593E5}"/>
              </a:ext>
            </a:extLst>
          </p:cNvPr>
          <p:cNvSpPr/>
          <p:nvPr/>
        </p:nvSpPr>
        <p:spPr>
          <a:xfrm>
            <a:off x="4043079" y="2989728"/>
            <a:ext cx="1147486" cy="878541"/>
          </a:xfrm>
          <a:prstGeom prst="ca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B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CCFA070-3D6A-4C10-BDB0-5C71196FEB75}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 flipV="1">
            <a:off x="3487270" y="2088776"/>
            <a:ext cx="555809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7E0CB06-B687-4246-BC4C-28F8CC52F223}"/>
              </a:ext>
            </a:extLst>
          </p:cNvPr>
          <p:cNvCxnSpPr>
            <a:cxnSpLocks/>
            <a:stCxn id="5" idx="3"/>
            <a:endCxn id="7" idx="2"/>
          </p:cNvCxnSpPr>
          <p:nvPr/>
        </p:nvCxnSpPr>
        <p:spPr>
          <a:xfrm flipV="1">
            <a:off x="3487270" y="3428999"/>
            <a:ext cx="555809" cy="1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D00304B-A655-4D3F-8177-4117FD6869F4}"/>
              </a:ext>
            </a:extLst>
          </p:cNvPr>
          <p:cNvSpPr/>
          <p:nvPr/>
        </p:nvSpPr>
        <p:spPr>
          <a:xfrm>
            <a:off x="1828799" y="4307539"/>
            <a:ext cx="1658471" cy="878541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C</a:t>
            </a:r>
          </a:p>
        </p:txBody>
      </p:sp>
      <p:sp>
        <p:nvSpPr>
          <p:cNvPr id="17" name="Cylinder 16">
            <a:extLst>
              <a:ext uri="{FF2B5EF4-FFF2-40B4-BE49-F238E27FC236}">
                <a16:creationId xmlns:a16="http://schemas.microsoft.com/office/drawing/2014/main" id="{5AB9E1A9-575F-44E9-BAA8-7841322243A4}"/>
              </a:ext>
            </a:extLst>
          </p:cNvPr>
          <p:cNvSpPr/>
          <p:nvPr/>
        </p:nvSpPr>
        <p:spPr>
          <a:xfrm>
            <a:off x="4043079" y="4307538"/>
            <a:ext cx="1147486" cy="878541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C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6A6ACA-F8C3-4570-AE3C-6AA283630F67}"/>
              </a:ext>
            </a:extLst>
          </p:cNvPr>
          <p:cNvCxnSpPr>
            <a:cxnSpLocks/>
            <a:stCxn id="16" idx="3"/>
            <a:endCxn id="17" idx="2"/>
          </p:cNvCxnSpPr>
          <p:nvPr/>
        </p:nvCxnSpPr>
        <p:spPr>
          <a:xfrm flipV="1">
            <a:off x="3487270" y="4746809"/>
            <a:ext cx="555809" cy="1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249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CBEEA0-7F6A-4A83-8998-F01282C93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1091817"/>
            <a:ext cx="798700" cy="6518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8128B2-5168-4408-8CD8-29EB2AB54B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3749850"/>
            <a:ext cx="798700" cy="6518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5B89AB-6E96-4A6A-87CD-D4C48035E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824" y="2444186"/>
            <a:ext cx="798700" cy="65181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3301119-B4B9-4FEA-8095-C0AFA459B8C4}"/>
              </a:ext>
            </a:extLst>
          </p:cNvPr>
          <p:cNvSpPr/>
          <p:nvPr/>
        </p:nvSpPr>
        <p:spPr>
          <a:xfrm>
            <a:off x="1828799" y="1649506"/>
            <a:ext cx="1658471" cy="8785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71030C-999E-4F47-AD8B-9DC13963A48E}"/>
              </a:ext>
            </a:extLst>
          </p:cNvPr>
          <p:cNvSpPr/>
          <p:nvPr/>
        </p:nvSpPr>
        <p:spPr>
          <a:xfrm>
            <a:off x="1828799" y="2989729"/>
            <a:ext cx="1658471" cy="87854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B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E0A4753E-59CA-4457-A2AE-CA076B3E09FA}"/>
              </a:ext>
            </a:extLst>
          </p:cNvPr>
          <p:cNvSpPr/>
          <p:nvPr/>
        </p:nvSpPr>
        <p:spPr>
          <a:xfrm>
            <a:off x="4043079" y="1649505"/>
            <a:ext cx="1147486" cy="878541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85B681BF-F3E1-41F5-ACFD-CF270CEFAFCC}"/>
              </a:ext>
            </a:extLst>
          </p:cNvPr>
          <p:cNvSpPr/>
          <p:nvPr/>
        </p:nvSpPr>
        <p:spPr>
          <a:xfrm>
            <a:off x="4043079" y="2989728"/>
            <a:ext cx="1147486" cy="878541"/>
          </a:xfrm>
          <a:prstGeom prst="can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3182637-9FE0-4FB8-B2D6-94331A52A1C9}"/>
              </a:ext>
            </a:extLst>
          </p:cNvPr>
          <p:cNvCxnSpPr>
            <a:cxnSpLocks/>
            <a:stCxn id="7" idx="3"/>
            <a:endCxn id="9" idx="2"/>
          </p:cNvCxnSpPr>
          <p:nvPr/>
        </p:nvCxnSpPr>
        <p:spPr>
          <a:xfrm flipV="1">
            <a:off x="3487270" y="2088776"/>
            <a:ext cx="555809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0982430-B8C3-4489-A306-41A5609C1AC1}"/>
              </a:ext>
            </a:extLst>
          </p:cNvPr>
          <p:cNvCxnSpPr>
            <a:cxnSpLocks/>
            <a:stCxn id="8" idx="3"/>
            <a:endCxn id="10" idx="2"/>
          </p:cNvCxnSpPr>
          <p:nvPr/>
        </p:nvCxnSpPr>
        <p:spPr>
          <a:xfrm flipV="1">
            <a:off x="3487270" y="3428999"/>
            <a:ext cx="555809" cy="1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FE56364-5D91-4C9C-B1D2-32D07167EB4D}"/>
              </a:ext>
            </a:extLst>
          </p:cNvPr>
          <p:cNvSpPr/>
          <p:nvPr/>
        </p:nvSpPr>
        <p:spPr>
          <a:xfrm>
            <a:off x="1828799" y="4307539"/>
            <a:ext cx="1658471" cy="878541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Application C</a:t>
            </a: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B3919A4B-FAA8-46F2-B007-9E5F57D2D3A7}"/>
              </a:ext>
            </a:extLst>
          </p:cNvPr>
          <p:cNvSpPr/>
          <p:nvPr/>
        </p:nvSpPr>
        <p:spPr>
          <a:xfrm>
            <a:off x="4043079" y="4307538"/>
            <a:ext cx="1147486" cy="878541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Serveur 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A94A20-183D-4579-8431-D1F20B33ACFC}"/>
              </a:ext>
            </a:extLst>
          </p:cNvPr>
          <p:cNvCxnSpPr>
            <a:cxnSpLocks/>
            <a:stCxn id="13" idx="3"/>
            <a:endCxn id="14" idx="2"/>
          </p:cNvCxnSpPr>
          <p:nvPr/>
        </p:nvCxnSpPr>
        <p:spPr>
          <a:xfrm flipV="1">
            <a:off x="3487270" y="4746809"/>
            <a:ext cx="555809" cy="1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219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24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HUET Thomas</dc:creator>
  <cp:lastModifiedBy>HUET Thomas</cp:lastModifiedBy>
  <cp:revision>3</cp:revision>
  <dcterms:created xsi:type="dcterms:W3CDTF">2026-02-12T09:48:04Z</dcterms:created>
  <dcterms:modified xsi:type="dcterms:W3CDTF">2026-03-06T20:31:04Z</dcterms:modified>
</cp:coreProperties>
</file>