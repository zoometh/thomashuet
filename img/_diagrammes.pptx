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34FD-86C0-4521-B3EB-4DC78D036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4263B-0BC6-4545-AB0C-EB5684494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05853-E096-4C0A-A4FD-6565F0CE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DE153-66D2-4D1C-9D28-3F3923E1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EC2E6-E91E-4483-9121-108D2A1D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81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CC59-BB9F-4E1A-AFED-F3B58397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AD0A-E249-4614-95C3-345CF39C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52050-EDA1-4C54-9883-D232A2E2B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0CD5A-8E1F-4EC9-927E-0C55C8F4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E3075-7914-48E0-A31F-9F2A3048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337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D366-6683-4AA3-8143-D77A7358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859BA-0C51-4191-BF90-1BAED6093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4B2C2-6648-44AA-B3EF-5631AE30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635E2-14C6-4452-B740-135A50E12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F3B08-B462-411E-A6CF-95055D5A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3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429D-48AD-4F8E-9662-BD507713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A1A55-DBC9-4BDC-9828-6FC9A8AA6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92A57-522B-4C6B-A025-ABFDDF88C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C1EF2-E181-4BA6-8126-ECA91C3B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CE05B-F6D2-4F9B-9DA8-157DF7706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CAEDC-AC04-413F-9CBF-21C8E658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40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2489-B9A5-44D5-83DD-CD934A04F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C2109-C6C9-426F-B8A3-9B6C61EA3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DB2D3-2F5D-411F-83D5-365B6731D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EB434-06C6-4971-9AAB-B0538A2C2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F691F7-54A6-4B34-840D-B7BE7D026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EA227A-7E8B-4424-AD74-FEA108CD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E5CE8-FAB1-4818-95DA-29AC9B79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C1702-4E0C-49E7-ADE4-3C2FE5BBD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28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B9CC-2E00-49F4-98D7-2916CFAF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F6517-CEDD-47C1-9222-A40E9E8E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EE9EB-3F3B-471A-BBA4-FEEFE239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C06AB-B2D3-42BA-BA55-4CF3CCEC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77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9C5EB6-A4D8-4191-B454-760DF388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0A32E-EBCD-47FA-89BD-C891F9B6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D6DCD-F579-4918-B3A4-41922408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36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C417-29AC-44BA-9D7C-6577988B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2B0FE-99C3-413E-B8B4-0072495A3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FF3BA-3D55-45A5-8D0B-146A5B2EA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F2E8D-4705-4DFC-B7F8-017108E4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E7A53-82E1-44B9-B9B8-12C54A9C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8C15D-8B9C-4F96-A175-4F3C464C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03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E614-C67A-4B27-93C4-DD3F5E4AD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09915-171F-47F4-BF23-F78F42569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09E8C-6B90-4079-9F6B-99EB5B9BA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1A79-5D8D-4FD1-BF24-3B8C870D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F984F-1AF6-4314-9556-663333B1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D27F1-70E6-4659-AC49-2A2F15B7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249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7FCD-73AB-4187-8381-B216E0D1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5C657-EBFE-40C2-AD6B-026210A20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DAC7E-5D5E-43EB-B334-F4EC95F3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89BC-CAAE-4D66-A9EF-23F0F9DE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8D507-ED21-40DA-870F-B807B6B1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51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4E544-AB8A-4F41-9EAC-186B54EAF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61E89-B5E2-40BF-A917-4440E2378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03E6C-C207-48C6-A46B-0BBF9410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8DBC5-3158-4B9F-B22C-5B7D647C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534EA-3BD6-48D2-8C9C-CC7B7DC1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76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3C996-4CD6-4523-8CC9-A77E1BCC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F1903-638F-4D85-B88F-E16E78BCD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A8FD-2DF5-45F4-84A9-CD268C4B1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855FD-75F4-4EF8-A156-DF28C5688070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68B57-A8CC-48C3-A788-53846581A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C9CA-63FF-48D7-A925-9A84131D2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D20FF-7F50-4141-8CED-E608CE5F21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4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0405D6-A4BA-4098-BD5E-1F5651DDC386}"/>
              </a:ext>
            </a:extLst>
          </p:cNvPr>
          <p:cNvSpPr/>
          <p:nvPr/>
        </p:nvSpPr>
        <p:spPr>
          <a:xfrm>
            <a:off x="7723092" y="2456330"/>
            <a:ext cx="1528481" cy="5763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AA2B8A-7D3E-4FE8-A3FE-80347772EC07}"/>
              </a:ext>
            </a:extLst>
          </p:cNvPr>
          <p:cNvSpPr/>
          <p:nvPr/>
        </p:nvSpPr>
        <p:spPr>
          <a:xfrm>
            <a:off x="9475692" y="2456330"/>
            <a:ext cx="1528481" cy="576393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B</a:t>
            </a:r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1A0298A9-7CEB-425D-AA7E-A9742C44C16C}"/>
              </a:ext>
            </a:extLst>
          </p:cNvPr>
          <p:cNvSpPr/>
          <p:nvPr/>
        </p:nvSpPr>
        <p:spPr>
          <a:xfrm>
            <a:off x="7911347" y="3460374"/>
            <a:ext cx="1147486" cy="59615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A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0A0B7B51-A18A-4A79-A339-A104F91593E5}"/>
              </a:ext>
            </a:extLst>
          </p:cNvPr>
          <p:cNvSpPr/>
          <p:nvPr/>
        </p:nvSpPr>
        <p:spPr>
          <a:xfrm>
            <a:off x="9663947" y="3460374"/>
            <a:ext cx="1147486" cy="596154"/>
          </a:xfrm>
          <a:prstGeom prst="can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CFA070-3D6A-4C10-BDB0-5C71196FEB75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flipH="1">
            <a:off x="8485090" y="3032723"/>
            <a:ext cx="2243" cy="4276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E0CB06-B687-4246-BC4C-28F8CC52F223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 flipH="1">
            <a:off x="10237690" y="3032723"/>
            <a:ext cx="2243" cy="427651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C96440-9FC4-45E0-94EF-A3B8A9AB6CD1}"/>
              </a:ext>
            </a:extLst>
          </p:cNvPr>
          <p:cNvCxnSpPr>
            <a:cxnSpLocks/>
            <a:stCxn id="25" idx="2"/>
            <a:endCxn id="4" idx="0"/>
          </p:cNvCxnSpPr>
          <p:nvPr/>
        </p:nvCxnSpPr>
        <p:spPr>
          <a:xfrm>
            <a:off x="8485090" y="2146982"/>
            <a:ext cx="2243" cy="3093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6EF812-79A3-4C27-B4AF-E2FC38831C88}"/>
              </a:ext>
            </a:extLst>
          </p:cNvPr>
          <p:cNvCxnSpPr>
            <a:cxnSpLocks/>
            <a:stCxn id="26" idx="2"/>
            <a:endCxn id="5" idx="0"/>
          </p:cNvCxnSpPr>
          <p:nvPr/>
        </p:nvCxnSpPr>
        <p:spPr>
          <a:xfrm flipH="1">
            <a:off x="10239933" y="2146982"/>
            <a:ext cx="2241" cy="309348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0B8E577-DABC-4503-9980-243FD7F22AAB}"/>
              </a:ext>
            </a:extLst>
          </p:cNvPr>
          <p:cNvSpPr txBox="1"/>
          <p:nvPr/>
        </p:nvSpPr>
        <p:spPr>
          <a:xfrm>
            <a:off x="7911347" y="1131319"/>
            <a:ext cx="11474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0" dirty="0"/>
              <a:t>🧑‍🧑‍🧒‍🧒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83E027-3147-45E4-BA0B-440CF062838F}"/>
              </a:ext>
            </a:extLst>
          </p:cNvPr>
          <p:cNvSpPr txBox="1"/>
          <p:nvPr/>
        </p:nvSpPr>
        <p:spPr>
          <a:xfrm>
            <a:off x="9668431" y="1131319"/>
            <a:ext cx="11474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0" dirty="0"/>
              <a:t>🧑‍🧑‍🧒‍🧒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2BB816D-48C6-4D37-B592-7DBAC93FFAA1}"/>
              </a:ext>
            </a:extLst>
          </p:cNvPr>
          <p:cNvSpPr/>
          <p:nvPr/>
        </p:nvSpPr>
        <p:spPr>
          <a:xfrm>
            <a:off x="995088" y="3342071"/>
            <a:ext cx="1528481" cy="5763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A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1FBE995-4834-4BD0-9D93-6DF3429F879B}"/>
              </a:ext>
            </a:extLst>
          </p:cNvPr>
          <p:cNvSpPr/>
          <p:nvPr/>
        </p:nvSpPr>
        <p:spPr>
          <a:xfrm>
            <a:off x="2747688" y="3342071"/>
            <a:ext cx="1528481" cy="576393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B</a:t>
            </a:r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DD5844DB-A890-45F4-9F7D-3E9B6F173879}"/>
              </a:ext>
            </a:extLst>
          </p:cNvPr>
          <p:cNvSpPr/>
          <p:nvPr/>
        </p:nvSpPr>
        <p:spPr>
          <a:xfrm>
            <a:off x="1183343" y="5036398"/>
            <a:ext cx="1147486" cy="59615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A</a:t>
            </a:r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DEA2A043-E53E-4B10-AEFC-00B754976394}"/>
              </a:ext>
            </a:extLst>
          </p:cNvPr>
          <p:cNvSpPr/>
          <p:nvPr/>
        </p:nvSpPr>
        <p:spPr>
          <a:xfrm>
            <a:off x="2935943" y="5036398"/>
            <a:ext cx="1147486" cy="596154"/>
          </a:xfrm>
          <a:prstGeom prst="can">
            <a:avLst/>
          </a:prstGeom>
          <a:solidFill>
            <a:schemeClr val="accent6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B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1F2E27-3961-40C0-AF94-2EDDC7622675}"/>
              </a:ext>
            </a:extLst>
          </p:cNvPr>
          <p:cNvCxnSpPr>
            <a:cxnSpLocks/>
            <a:stCxn id="40" idx="2"/>
            <a:endCxn id="42" idx="1"/>
          </p:cNvCxnSpPr>
          <p:nvPr/>
        </p:nvCxnSpPr>
        <p:spPr>
          <a:xfrm flipH="1">
            <a:off x="1757086" y="3918464"/>
            <a:ext cx="2243" cy="11179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DCF54F2-1EC5-437D-868B-A76118E128A6}"/>
              </a:ext>
            </a:extLst>
          </p:cNvPr>
          <p:cNvCxnSpPr>
            <a:cxnSpLocks/>
            <a:stCxn id="41" idx="2"/>
            <a:endCxn id="43" idx="1"/>
          </p:cNvCxnSpPr>
          <p:nvPr/>
        </p:nvCxnSpPr>
        <p:spPr>
          <a:xfrm flipH="1">
            <a:off x="3509686" y="3918464"/>
            <a:ext cx="2243" cy="1117934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1D69671-516C-4E75-B4A4-26E2179BFC83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>
            <a:off x="1757086" y="3032723"/>
            <a:ext cx="2243" cy="3093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E7CD7C-2C56-462B-B6B5-DC8477A50C08}"/>
              </a:ext>
            </a:extLst>
          </p:cNvPr>
          <p:cNvCxnSpPr>
            <a:cxnSpLocks/>
            <a:stCxn id="49" idx="2"/>
            <a:endCxn id="41" idx="0"/>
          </p:cNvCxnSpPr>
          <p:nvPr/>
        </p:nvCxnSpPr>
        <p:spPr>
          <a:xfrm flipH="1">
            <a:off x="3511929" y="3032723"/>
            <a:ext cx="2241" cy="309348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E47569F-1208-458B-B5DC-D9A843642959}"/>
              </a:ext>
            </a:extLst>
          </p:cNvPr>
          <p:cNvSpPr txBox="1"/>
          <p:nvPr/>
        </p:nvSpPr>
        <p:spPr>
          <a:xfrm>
            <a:off x="1183343" y="2017060"/>
            <a:ext cx="11474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0" dirty="0"/>
              <a:t>🧑‍🧑‍🧒‍🧒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E97ED6-2B11-4483-961A-3C8D02231630}"/>
              </a:ext>
            </a:extLst>
          </p:cNvPr>
          <p:cNvSpPr txBox="1"/>
          <p:nvPr/>
        </p:nvSpPr>
        <p:spPr>
          <a:xfrm>
            <a:off x="2940427" y="2017060"/>
            <a:ext cx="11474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0" dirty="0"/>
              <a:t>🧑‍🧑‍🧒‍🧒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7C3C8C-DD15-4BF1-953C-E98C04367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586" y="4164931"/>
            <a:ext cx="625000" cy="6250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A0C4C0D-18ED-46DA-8A63-ADFD10F4B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186" y="4164931"/>
            <a:ext cx="625000" cy="6250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522AA0-C9B0-449A-A21C-3B763BABFD4B}"/>
              </a:ext>
            </a:extLst>
          </p:cNvPr>
          <p:cNvCxnSpPr>
            <a:cxnSpLocks/>
            <a:stCxn id="40" idx="2"/>
            <a:endCxn id="52" idx="1"/>
          </p:cNvCxnSpPr>
          <p:nvPr/>
        </p:nvCxnSpPr>
        <p:spPr>
          <a:xfrm>
            <a:off x="1759329" y="3918464"/>
            <a:ext cx="1437857" cy="5589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B3F8A7-66EF-496B-9426-40B5AE68CCA2}"/>
              </a:ext>
            </a:extLst>
          </p:cNvPr>
          <p:cNvCxnSpPr>
            <a:cxnSpLocks/>
            <a:stCxn id="41" idx="2"/>
            <a:endCxn id="51" idx="3"/>
          </p:cNvCxnSpPr>
          <p:nvPr/>
        </p:nvCxnSpPr>
        <p:spPr>
          <a:xfrm flipH="1">
            <a:off x="2069586" y="3918464"/>
            <a:ext cx="1442343" cy="558967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249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CBEEA0-7F6A-4A83-8998-F01282C93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824" y="1091817"/>
            <a:ext cx="798700" cy="651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8128B2-5168-4408-8CD8-29EB2AB54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824" y="3749850"/>
            <a:ext cx="798700" cy="651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5B89AB-6E96-4A6A-87CD-D4C48035E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824" y="2444186"/>
            <a:ext cx="798700" cy="65181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301119-B4B9-4FEA-8095-C0AFA459B8C4}"/>
              </a:ext>
            </a:extLst>
          </p:cNvPr>
          <p:cNvSpPr/>
          <p:nvPr/>
        </p:nvSpPr>
        <p:spPr>
          <a:xfrm>
            <a:off x="1828799" y="1649506"/>
            <a:ext cx="1658471" cy="8785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71030C-999E-4F47-AD8B-9DC13963A48E}"/>
              </a:ext>
            </a:extLst>
          </p:cNvPr>
          <p:cNvSpPr/>
          <p:nvPr/>
        </p:nvSpPr>
        <p:spPr>
          <a:xfrm>
            <a:off x="1828799" y="2989729"/>
            <a:ext cx="1658471" cy="87854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B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E0A4753E-59CA-4457-A2AE-CA076B3E09FA}"/>
              </a:ext>
            </a:extLst>
          </p:cNvPr>
          <p:cNvSpPr/>
          <p:nvPr/>
        </p:nvSpPr>
        <p:spPr>
          <a:xfrm>
            <a:off x="4043079" y="1649505"/>
            <a:ext cx="1147486" cy="87854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A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85B681BF-F3E1-41F5-ACFD-CF270CEFAFCC}"/>
              </a:ext>
            </a:extLst>
          </p:cNvPr>
          <p:cNvSpPr/>
          <p:nvPr/>
        </p:nvSpPr>
        <p:spPr>
          <a:xfrm>
            <a:off x="4043079" y="2989728"/>
            <a:ext cx="1147486" cy="878541"/>
          </a:xfrm>
          <a:prstGeom prst="can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182637-9FE0-4FB8-B2D6-94331A52A1C9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3487270" y="2088776"/>
            <a:ext cx="55580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982430-B8C3-4489-A306-41A5609C1AC1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 flipV="1">
            <a:off x="3487270" y="3428999"/>
            <a:ext cx="555809" cy="1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E56364-5D91-4C9C-B1D2-32D07167EB4D}"/>
              </a:ext>
            </a:extLst>
          </p:cNvPr>
          <p:cNvSpPr/>
          <p:nvPr/>
        </p:nvSpPr>
        <p:spPr>
          <a:xfrm>
            <a:off x="1828799" y="4307539"/>
            <a:ext cx="1658471" cy="87854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 C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B3919A4B-FAA8-46F2-B007-9E5F57D2D3A7}"/>
              </a:ext>
            </a:extLst>
          </p:cNvPr>
          <p:cNvSpPr/>
          <p:nvPr/>
        </p:nvSpPr>
        <p:spPr>
          <a:xfrm>
            <a:off x="4043079" y="4307538"/>
            <a:ext cx="1147486" cy="878541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Serveur 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A94A20-183D-4579-8431-D1F20B33ACFC}"/>
              </a:ext>
            </a:extLst>
          </p:cNvPr>
          <p:cNvCxnSpPr>
            <a:cxnSpLocks/>
            <a:stCxn id="13" idx="3"/>
            <a:endCxn id="14" idx="2"/>
          </p:cNvCxnSpPr>
          <p:nvPr/>
        </p:nvCxnSpPr>
        <p:spPr>
          <a:xfrm flipV="1">
            <a:off x="3487270" y="4746809"/>
            <a:ext cx="555809" cy="1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21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32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HUET Thomas</dc:creator>
  <cp:lastModifiedBy>HUET Thomas</cp:lastModifiedBy>
  <cp:revision>6</cp:revision>
  <dcterms:created xsi:type="dcterms:W3CDTF">2026-02-12T09:48:04Z</dcterms:created>
  <dcterms:modified xsi:type="dcterms:W3CDTF">2026-03-09T19:30:33Z</dcterms:modified>
</cp:coreProperties>
</file>